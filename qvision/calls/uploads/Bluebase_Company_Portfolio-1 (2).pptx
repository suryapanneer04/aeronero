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5943600" cy="164592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BLUEBASE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D4EC"/>
                </a:solidFill>
                <a:latin typeface="Calibri"/>
              </a:rPr>
              <a:t>SOFTWARE SERVICES PVT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C4DE"/>
                </a:solidFill>
                <a:latin typeface="Calibri"/>
              </a:rPr>
              <a:t>Customized Software Solutions  |  Business Intelligence  |  SAP Support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  <a:latin typeface="Calibri"/>
              </a:rPr>
              <a:t>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68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2651760" cy="4572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Customized Software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377439"/>
            <a:ext cx="2651760" cy="4572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45059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Business Intelligence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090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SAP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657599"/>
            <a:ext cx="2651760" cy="4572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Cloud &amp; Data Centers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B0CC"/>
                </a:solidFill>
                <a:latin typeface="Calibri"/>
              </a:rPr>
              <a:t>Part of the Quadsel Group  ·  Est. 1996  ·  www.bluebase.in  ·  +91 98410 16631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COMPANY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D4EC"/>
                </a:solidFill>
                <a:latin typeface="Calibri"/>
              </a:rPr>
              <a:t>Bluebase Software Services Pvt Ltd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0292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124712"/>
            <a:ext cx="5029200" cy="3566160"/>
          </a:xfrm>
          <a:prstGeom prst="rect">
            <a:avLst/>
          </a:prstGeom>
          <a:solidFill>
            <a:srgbClr val="D0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02920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mbria"/>
              </a:rPr>
              <a:t>Who We 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27632"/>
            <a:ext cx="109728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Bluebase Software Services Pvt Ltd is a leading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developer of customized software solutions that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are secure, cost-effective, and user-friendly.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We serve a wide client base across multiple sectors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including manufacturing, banking, energy, and IT services.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Part of the Quadsel Group since 1996, we bring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decades of experience in delivering integrated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1A2E40"/>
                </a:solidFill>
                <a:latin typeface="Calibri"/>
              </a:rPr>
              <a:t>technology solutions.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43000"/>
            <a:ext cx="3108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1143000"/>
            <a:ext cx="64008" cy="100584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2161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mbria"/>
              </a:rPr>
              <a:t>27+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A"/>
                </a:solidFill>
                <a:latin typeface="Calibri"/>
              </a:rPr>
              <a:t>Years of Experience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331720"/>
            <a:ext cx="3108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2331720"/>
            <a:ext cx="64008" cy="100584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4048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mbria"/>
              </a:rPr>
              <a:t>70,000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A"/>
                </a:solidFill>
                <a:latin typeface="Calibri"/>
              </a:rPr>
              <a:t>sq.ft Data Centers Built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520440"/>
            <a:ext cx="3108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3520440"/>
            <a:ext cx="64008" cy="100584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593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A"/>
                </a:solidFill>
                <a:latin typeface="Calibri"/>
              </a:rPr>
              <a:t>Key Industry Sectors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QUADSEL SYSTEMS PVT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4EC"/>
                </a:solidFill>
                <a:latin typeface="Calibri"/>
              </a:rPr>
              <a:t>Our Parent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4114800" cy="1143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097280" cy="11430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C00"/>
                </a:solidFill>
                <a:latin typeface="Cambria"/>
              </a:rPr>
              <a:t>1996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18871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Incubated — 27+ years serving customers with latest technologies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051560"/>
            <a:ext cx="4114800" cy="1143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051560"/>
            <a:ext cx="1097280" cy="11430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C00"/>
                </a:solidFill>
                <a:latin typeface="Cambria"/>
              </a:rPr>
              <a:t>HP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18871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HP Service Partner with AMC, IMS &amp; MPS capabilities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39"/>
            <a:ext cx="4114800" cy="1143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77439"/>
            <a:ext cx="1097280" cy="11430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9747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C00"/>
                </a:solidFill>
                <a:latin typeface="Cambria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51459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Strong associations with many enterprise customers across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377439"/>
            <a:ext cx="4114800" cy="1143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2377439"/>
            <a:ext cx="1097280" cy="11430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69747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C00"/>
                </a:solidFill>
                <a:latin typeface="Cambria"/>
              </a:rPr>
              <a:t>Data Centers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514599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Highly experienced in building data centers &amp; cloud 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703320"/>
            <a:ext cx="4114800" cy="1143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3160" y="3703320"/>
            <a:ext cx="1097280" cy="114300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02335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C00"/>
                </a:solidFill>
                <a:latin typeface="Cambria"/>
              </a:rPr>
              <a:t>70,000 sq.ft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404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Designed and built state-of-the-art data centers for clients across India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8828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  |  +91 98410 16631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QUADSEL — SERVICES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783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828800" cy="36576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19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CFA"/>
                </a:solidFill>
                <a:latin typeface="Calibri"/>
              </a:rPr>
              <a:t>AMC  ·  MPS  ·  IMS  ·  Backup &amp; DR as a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4114800" cy="1783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508760"/>
            <a:ext cx="1828800" cy="36576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CFA"/>
                </a:solidFill>
                <a:latin typeface="Calibri"/>
              </a:rPr>
              <a:t>Data Centre  ·  Networking  ·  Security  ·  Virtualization  ·  Backup &amp; DR  ·  NOC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Cyber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1828800" cy="36576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661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CFA"/>
                </a:solidFill>
                <a:latin typeface="Calibri"/>
              </a:rPr>
              <a:t>Consulting  ·  VAPT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02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063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3429000"/>
            <a:ext cx="1828800" cy="36576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5661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CFA"/>
                </a:solidFill>
                <a:latin typeface="Calibri"/>
              </a:rPr>
              <a:t>Cloud Setup  ·  Cloud Migration  ·  Cloud Services  ·  DevOps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CUSTOMIZED SOFTWARE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56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D4EC"/>
                </a:solidFill>
                <a:latin typeface="Calibri"/>
              </a:rPr>
              <a:t>Tailored for your business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E40"/>
                </a:solidFill>
                <a:latin typeface="Calibri"/>
              </a:rPr>
              <a:t>We develop tailored software and mobile applications designed to meet specific business needs across industries. Each product is built to be secure, scalable, cost-effective, and user-friendly.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mbria"/>
              </a:rPr>
              <a:t>KERLI HRMS &amp; Payroll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0"/>
                </a:solidFill>
                <a:latin typeface="Calibri"/>
              </a:rPr>
              <a:t>Complete HR lifecycle: recruitment, onboarding, training, payroll, compliance &amp;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8288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832" y="182880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mbria"/>
              </a:rPr>
              <a:t>Asset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0"/>
                </a:solidFill>
                <a:latin typeface="Calibri"/>
              </a:rPr>
              <a:t>Track assets from procurement to disposal with full lifecycle visibility and reporting.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8288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82880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mbria"/>
              </a:rPr>
              <a:t>Contract Labour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0"/>
                </a:solidFill>
                <a:latin typeface="Calibri"/>
              </a:rPr>
              <a:t>CLMS for managing contract workforce compliance, attendance and documentation.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54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5468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mbria"/>
              </a:rPr>
              <a:t>Employee Self-Service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0"/>
                </a:solidFill>
                <a:latin typeface="Calibri"/>
              </a:rPr>
              <a:t>ESS portal for leave, payslips, personal info and transactions — online, anytime.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3154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832" y="315468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mbria"/>
              </a:rPr>
              <a:t>Thrift Society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5661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0"/>
                </a:solidFill>
                <a:latin typeface="Calibri"/>
              </a:rPr>
              <a:t>Real-time web app for credit co-operative societies for seamless financial management.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5624" y="31546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35624" y="315468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mbria"/>
              </a:rPr>
              <a:t>ISO Audit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35661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0"/>
                </a:solidFill>
                <a:latin typeface="Calibri"/>
              </a:rPr>
              <a:t>Full audit lifecycle management for ISO compliance and documentation.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KERLI HRMS &amp; PAYROLL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D4EC"/>
                </a:solidFill>
                <a:latin typeface="Calibri"/>
              </a:rPr>
              <a:t>Complete HR Lifecycle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43200" cy="3566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C00"/>
                </a:solidFill>
                <a:latin typeface="Cambria"/>
              </a:rPr>
              <a:t>HR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Resourcing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50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Interview Scheduling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98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Onboarding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47287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9592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Leave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097280"/>
            <a:ext cx="2743200" cy="3566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C00"/>
                </a:solidFill>
                <a:latin typeface="Cambria"/>
              </a:rPr>
              <a:t>Payroll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627632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78308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Attendance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33172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350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Payroll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88036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898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Statutory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42900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447287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MIS Reporting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097280"/>
            <a:ext cx="2743200" cy="3566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C00"/>
                </a:solidFill>
                <a:latin typeface="Cambria"/>
              </a:rPr>
              <a:t>Core Benefits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627632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78308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Unified Platform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33172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350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Scalable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8036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898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Compliance Ready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429000"/>
            <a:ext cx="2468880" cy="438912"/>
          </a:xfrm>
          <a:prstGeom prst="rect">
            <a:avLst/>
          </a:prstGeom>
          <a:solidFill>
            <a:srgbClr val="04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447287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✓  User-Friendly UI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8828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  |  +91 98410 16631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ADDITIONAL SOLUTIONS &amp;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Canteen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Account and activity tracking for canteen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00584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00584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069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Visitor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Security compliance and visitor logging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6596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6596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29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Dynamic Ecommerce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Full-featured ecommerce website development.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96596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196596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029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ISO Audit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Complete audit lifecycle management for ISO compliance.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2608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90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Branding &amp;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SEO, SEM, SMO, SMM — full digital marketing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92608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00600" y="292608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990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Digitization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Convert manual processes to streamlined digital workflows.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8620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8620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9502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Offshore Project Mgmt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Global team &amp; project management for distributed delivery.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3886200"/>
            <a:ext cx="41605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00600" y="3886200"/>
            <a:ext cx="54864" cy="84124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39502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mbria"/>
              </a:rPr>
              <a:t>SAP RICEF /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0"/>
                </a:solidFill>
                <a:latin typeface="Calibri"/>
              </a:rPr>
              <a:t>SAP development, dashboards &amp; business process re-engineering.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BUSINESS INTELLIGENCE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78C00"/>
                </a:solidFill>
                <a:latin typeface="Calibri"/>
              </a:rPr>
              <a:t>Data-Driven Decisions. Intelligent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52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Analytics &amp;
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CFA"/>
                </a:solidFill>
                <a:latin typeface="Calibri"/>
              </a:rPr>
              <a:t>Dynamic dashboards for multi-user access with real-time data visualization.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143000"/>
            <a:ext cx="274320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14300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252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RPA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CFA"/>
                </a:solidFill>
                <a:latin typeface="Calibri"/>
              </a:rPr>
              <a:t>Automate repetitive tasks and improve operational efficiency with Robotic Process Automation.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143000"/>
            <a:ext cx="274320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14300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2527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AI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CFA"/>
                </a:solidFill>
                <a:latin typeface="Calibri"/>
              </a:rPr>
              <a:t>Enhance decision-making and customer experience through intelligent AI-driven solutions.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0358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IoT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5204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CFA"/>
                </a:solidFill>
                <a:latin typeface="Calibri"/>
              </a:rPr>
              <a:t>Connect devices and enable seamless data exchange across the organization.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2926080"/>
            <a:ext cx="274320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18688" y="292608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30358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Data Science &amp;
ERP Advisory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35204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CFA"/>
                </a:solidFill>
                <a:latin typeface="Calibri"/>
              </a:rPr>
              <a:t>Strategic insights through data science methodologies and ERP guidance.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926080"/>
            <a:ext cx="274320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2926080"/>
            <a:ext cx="27432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30358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Technology
Partnerships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35204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CFA"/>
                </a:solidFill>
                <a:latin typeface="Calibri"/>
              </a:rPr>
              <a:t>Advanced solutions via partnerships with Indusbloom and Hyper Analytics.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828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  |  +91 98410 16631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SAP DEVELOPMENT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2062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mbria"/>
              </a:rPr>
              <a:t>Our SAP Expertise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1371600" cy="4572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840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Bluebase provides comprehensive SAP development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services to optimize and transform your business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processes.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Our certified SAP consultants bring deep domain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knowledge across RICEF components, analytics,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and enterprise process design.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We partner with your teams to deliver solutions</a:t>
            </a:r>
          </a:p>
          <a:p>
            <a:pPr>
              <a:spcBef>
                <a:spcPts val="100"/>
              </a:spcBef>
            </a:pPr>
            <a:r>
              <a:rPr sz="1150" b="0">
                <a:solidFill>
                  <a:srgbClr val="1A2E40"/>
                </a:solidFill>
                <a:latin typeface="Calibri"/>
              </a:rPr>
              <a:t>that align technology with strategic goals.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97280"/>
            <a:ext cx="388620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1097280"/>
            <a:ext cx="3886200" cy="54864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SAP RICEF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00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0F4"/>
                </a:solidFill>
                <a:latin typeface="Calibri"/>
              </a:rPr>
              <a:t>Reports, Interfaces, Conversions, Enhancements, Forms — custom SAP developments.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331720"/>
            <a:ext cx="388620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2331720"/>
            <a:ext cx="3886200" cy="54864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Analytics &amp;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34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0F4"/>
                </a:solidFill>
                <a:latin typeface="Calibri"/>
              </a:rPr>
              <a:t>Real-time SAP dashboards and embedded analytics for decision support.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3566160"/>
            <a:ext cx="388620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3566160"/>
            <a:ext cx="3886200" cy="54864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3657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Business Process
Re-engineering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0F4"/>
                </a:solidFill>
                <a:latin typeface="Calibri"/>
              </a:rPr>
              <a:t>Operational optimization through structured BPR methodologies within SAP.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WHY CHOOSE BLUEBASE?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78C00"/>
                </a:solidFill>
                <a:latin typeface="Calibri"/>
              </a:rPr>
              <a:t>Your trusted technology partner for growth and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Customized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27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E0F4"/>
                </a:solidFill>
                <a:latin typeface="Calibri"/>
              </a:rPr>
              <a:t>We never apply one-size-fits-all. Every solution is tailored to your unique business requirements.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051560"/>
            <a:ext cx="41148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1280160"/>
            <a:ext cx="411480" cy="411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298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Secure &amp; 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27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E0F4"/>
                </a:solidFill>
                <a:latin typeface="Calibri"/>
              </a:rPr>
              <a:t>Built on best-in-class security practices with architectures that scale with your growth.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86000"/>
            <a:ext cx="41148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328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Cost-Effective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6148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E0F4"/>
                </a:solidFill>
                <a:latin typeface="Calibri"/>
              </a:rPr>
              <a:t>Competitive pricing without compromising quality — delivering maximum value for investment.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286000"/>
            <a:ext cx="41148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2514600"/>
            <a:ext cx="411480" cy="411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5328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Expert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76148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E0F4"/>
                </a:solidFill>
                <a:latin typeface="Calibri"/>
              </a:rPr>
              <a:t>Experienced professionals with deep domain knowledge across multiple technology stacks.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41148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411480" cy="411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67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Proven Track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959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E0F4"/>
                </a:solidFill>
                <a:latin typeface="Calibri"/>
              </a:rPr>
              <a:t>Decades of client success and long-term partnerships across manufacturing, banking &amp;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3520440"/>
            <a:ext cx="411480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3749039"/>
            <a:ext cx="411480" cy="411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767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End-to-End Partner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9959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E0F4"/>
                </a:solidFill>
                <a:latin typeface="Calibri"/>
              </a:rPr>
              <a:t>From ideation and development to deployment, support and optimization — we're with you.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828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D4EC"/>
                </a:solidFill>
                <a:latin typeface="Calibri"/>
              </a:rPr>
              <a:t>bluebase.in  |  +91 98410 16631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27248"/>
            <a:ext cx="9144000" cy="109728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D4EC"/>
                </a:solidFill>
                <a:latin typeface="Calibri"/>
              </a:rPr>
              <a:t>We look forward to partnering with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8C00"/>
                </a:solidFill>
                <a:latin typeface="Cambria"/>
              </a:rPr>
              <a:t>BLUEBASE SOFTWARE SERVICES PVT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0B0CC"/>
                </a:solidFill>
                <a:latin typeface="Calibri"/>
              </a:rPr>
              <a:t>Part of the Quadsel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2560320" cy="50292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649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8C00"/>
                </a:solidFill>
                <a:latin typeface="Calibri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+91 98410 16631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337560"/>
            <a:ext cx="2560320" cy="50292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3649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8C00"/>
                </a:solidFill>
                <a:latin typeface="Calibri"/>
              </a:rPr>
              <a:t>WEBSITE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www.bluebase.in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337560"/>
            <a:ext cx="2560320" cy="502920"/>
          </a:xfrm>
          <a:prstGeom prst="rect">
            <a:avLst/>
          </a:prstGeom>
          <a:solidFill>
            <a:srgbClr val="044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3649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8C00"/>
                </a:solidFill>
                <a:latin typeface="Calibri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Software  ·  BI  ·  SAP  · 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E0F4"/>
                </a:solidFill>
                <a:latin typeface="Calibri"/>
              </a:rPr>
              <a:t>Customized Software Solutions  ·  Business Intelligence  ·  SAP Support Services  ·  Cloud &amp; Data Centers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